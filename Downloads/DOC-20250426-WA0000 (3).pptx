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1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>
      <a:defRPr lang="en-US"/>
    </a:defPPr>
    <a:lvl1pPr defTabSz="914400" eaLnBrk="1" hangingPunct="1" indent="0" latinLnBrk="0" lvl="0" marL="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defTabSz="914400" eaLnBrk="1" hangingPunct="1" indent="0" latinLnBrk="0" lvl="1" marL="457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defTabSz="914400" eaLnBrk="1" hangingPunct="1" indent="0" latinLnBrk="0" lvl="2" marL="914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defTabSz="914400" eaLnBrk="1" hangingPunct="1" indent="0" latinLnBrk="0" lvl="3" marL="1371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defTabSz="914400" eaLnBrk="1" hangingPunct="1" indent="0" latinLnBrk="0" lvl="4" marL="18288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defTabSz="914400" eaLnBrk="1" hangingPunct="1" indent="0" latinLnBrk="0" lvl="5" marL="22860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defTabSz="914400" eaLnBrk="1" hangingPunct="1" indent="0" latinLnBrk="0" lvl="6" marL="2743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defTabSz="914400" eaLnBrk="1" hangingPunct="1" indent="0" latinLnBrk="0" lvl="7" marL="3200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defTabSz="914400" eaLnBrk="1" hangingPunct="1" indent="0" latinLnBrk="0" lvl="8" marL="3657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>
        <p15:guide id="1" orient="horz" pos="2188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8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0"/>
            <a:ext cx="9156700" cy="6858000"/>
          </a:xfrm>
          <a:prstGeom prst="rect"/>
          <a:noFill/>
          <a:ln w="9525">
            <a:noFill/>
          </a:ln>
        </p:spPr>
      </p:pic>
      <p:sp>
        <p:nvSpPr>
          <p:cNvPr id="104863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altLang="zh-CN" lang="en-US" noProof="0"/>
              <a:t>Click to edit Master title style</a:t>
            </a:r>
          </a:p>
        </p:txBody>
      </p:sp>
      <p:sp>
        <p:nvSpPr>
          <p:cNvPr id="104863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algn="ctr" indent="0" marL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altLang="zh-CN" lang="en-US" noProof="0"/>
              <a:t>Click to edit Master subtitle style</a:t>
            </a:r>
          </a:p>
        </p:txBody>
      </p:sp>
      <p:sp>
        <p:nvSpPr>
          <p:cNvPr id="104863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/>
          <a:noFill/>
        </p:spPr>
        <p:txBody>
          <a:bodyPr anchor="t" anchorCtr="0" bIns="45720" compatLnSpc="1" lIns="91440" numCol="1" rIns="91440" tIns="45720" vert="horz" wrap="square"/>
          <a:p>
            <a:pPr algn="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07/08/2023</a:t>
            </a:r>
          </a:p>
        </p:txBody>
      </p:sp>
      <p:sp>
        <p:nvSpPr>
          <p:cNvPr id="104863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/>
          <a:noFill/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DC-I</a:t>
            </a:r>
          </a:p>
        </p:txBody>
      </p:sp>
      <p:sp>
        <p:nvSpPr>
          <p:cNvPr id="104863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/>
          <a:noFill/>
        </p:spPr>
        <p:txBody>
          <a:bodyPr anchor="t" anchorCtr="0" bIns="45720" compatLnSpc="1" lIns="91440" numCol="1" rIns="91440" tIns="45720" vert="horz" wrap="square"/>
          <a:p>
            <a:pPr algn="ctr">
              <a:buNone/>
            </a:pPr>
            <a:fld id="{9A0DB2DC-4C9A-4742-B13C-FB6460FD3503}" type="slidenum">
              <a:rPr dirty="0" lang="en-US">
                <a:latin typeface="Gill Sans MT" panose="020B0502020104020203" pitchFamily="34" charset="0"/>
              </a:rPr>
              <a:t>‹#›</a:t>
            </a:fld>
            <a:endParaRPr dirty="0" lang="en-US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hf dt="1" ftr="0" hdr="0" sldNum="1"/>
</p:sldLayout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159" name="Shape 2097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60" name="Google Shape;2097160;p1"/>
          <p:cNvSpPr txBox="1"/>
          <p:nvPr>
            <p:ph type="title"/>
          </p:nvPr>
        </p:nvSpPr>
        <p:spPr>
          <a:xfrm>
            <a:off x="457200" y="190500"/>
            <a:ext cx="82296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ARCHITECTURE</a:t>
            </a:r>
            <a:endParaRPr b="1" sz="4400"/>
          </a:p>
        </p:txBody>
      </p:sp>
      <p:sp>
        <p:nvSpPr>
          <p:cNvPr id="2097161" name="Google Shape;2097161;p1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6D6D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D6D6D"/>
                </a:solidFill>
                <a:latin typeface="Verdana"/>
                <a:ea typeface="Verdana"/>
                <a:cs typeface="Verdana"/>
                <a:sym typeface="Verdana"/>
              </a:rPr>
              <a:t>07/08/2023</a:t>
            </a:r>
            <a:endParaRPr/>
          </a:p>
        </p:txBody>
      </p:sp>
      <p:sp>
        <p:nvSpPr>
          <p:cNvPr id="2097162" name="Google Shape;2097162;p1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7163" name="Google Shape;2097163;p1"/>
          <p:cNvGrpSpPr/>
          <p:nvPr/>
        </p:nvGrpSpPr>
        <p:grpSpPr>
          <a:xfrm>
            <a:off x="3576320" y="702310"/>
            <a:ext cx="4953635" cy="5489575"/>
            <a:chOff x="5632" y="647"/>
            <a:chExt cx="7801" cy="8645"/>
          </a:xfrm>
        </p:grpSpPr>
        <p:sp>
          <p:nvSpPr>
            <p:cNvPr id="2097164" name="Google Shape;2097164;p1"/>
            <p:cNvSpPr txBox="1"/>
            <p:nvPr/>
          </p:nvSpPr>
          <p:spPr>
            <a:xfrm>
              <a:off x="5633" y="647"/>
              <a:ext cx="78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97165" name="Google Shape;2097165;p1"/>
            <p:cNvSpPr txBox="1"/>
            <p:nvPr/>
          </p:nvSpPr>
          <p:spPr>
            <a:xfrm>
              <a:off x="5632" y="6292"/>
              <a:ext cx="7800" cy="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097166" name="Google Shape;2097166;p1"/>
          <p:cNvPicPr preferRelativeResize="0"/>
          <p:nvPr/>
        </p:nvPicPr>
        <p:blipFill rotWithShape="1">
          <a:blip r:embed="rId2">
            <a:alphaModFix/>
          </a:blip>
          <a:srcRect b="27495" l="0" r="0" t="27495"/>
          <a:stretch/>
        </p:blipFill>
        <p:spPr>
          <a:xfrm>
            <a:off x="457207" y="1053643"/>
            <a:ext cx="4910036" cy="491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