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Switching States of 5L-SCANPC Inverter (Revised)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Clean Version - Based on Project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A (+Vdc)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CF discharges providing +Vdc to the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B (+0.5Vdc)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 connected to C1 (0.5Vdc).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C (0V)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 neutral connected via C1/C2 midpoint.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D (0V)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 neutral connected via CF midpoint.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E (-0.5Vdc)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 connected to C2 (-0.5Vdc).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F (-Vdc)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CF discharges in opposite direction providing -Vdc.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Improvements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Stable self-voltage balancing without complex control</a:t>
            </a:r>
            <a:br/>
            <a:r>
              <a:t>• Reduced device stress by intelligent selection</a:t>
            </a:r>
            <a:br/>
            <a:r>
              <a:t>• Minimized switching losses using SVPWM</a:t>
            </a:r>
            <a:br/>
            <a:r>
              <a:t>• Two redundant zero states to balance stress among switches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A - +Vdc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Detailed schematic where CF discharges to provide +Vdc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B - +0.5Vdc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 connected to C1 producing +0.5Vdc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C - 0V (Method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 connected to midpoint of C1 and C2.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D - 0V (Method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 connected to midpoint of CF.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E - -0.5Vdc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Load connected to C2 producing -0.5Vdc output.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F - -Vdc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CF discharges inversely to provide -Vdc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Switching Sequence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Flow of switching states for synthesizing 5-level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