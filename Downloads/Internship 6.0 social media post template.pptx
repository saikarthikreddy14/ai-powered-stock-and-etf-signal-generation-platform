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9525000" cy="8572500"/>
  <p:notesSz cx="6858000" cy="9144000"/>
  <p:embeddedFontLst>
    <p:embeddedFont>
      <p:font typeface="Roboto Condensed" panose="02000000000000000000" pitchFamily="2" charset="0"/>
      <p:regular r:id="rId3"/>
      <p:bold r:id="rId4"/>
    </p:embeddedFont>
    <p:embeddedFont>
      <p:font typeface="Roboto Condensed Bold" panose="02000000000000000000" pitchFamily="2" charset="0"/>
      <p:regular r:id="rId5"/>
      <p:bold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97" d="100"/>
          <a:sy n="97" d="100"/>
        </p:scale>
        <p:origin x="251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525000" cy="8572500"/>
          </a:xfrm>
          <a:custGeom>
            <a:avLst/>
            <a:gdLst/>
            <a:ahLst/>
            <a:cxnLst/>
            <a:rect l="l" t="t" r="r" b="b"/>
            <a:pathLst>
              <a:path w="9525000" h="8572500">
                <a:moveTo>
                  <a:pt x="0" y="0"/>
                </a:moveTo>
                <a:lnTo>
                  <a:pt x="9525000" y="0"/>
                </a:lnTo>
                <a:lnTo>
                  <a:pt x="95250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573" t="-39467" r="-6157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Grp="1" noUngrp="1" noRot="1" noMove="1" noResize="1"/>
          </p:cNvGrpSpPr>
          <p:nvPr/>
        </p:nvGrpSpPr>
        <p:grpSpPr>
          <a:xfrm>
            <a:off x="3240688" y="2762123"/>
            <a:ext cx="3043624" cy="3048253"/>
            <a:chOff x="0" y="0"/>
            <a:chExt cx="961936" cy="963398"/>
          </a:xfrm>
        </p:grpSpPr>
        <p:sp>
          <p:nvSpPr>
            <p:cNvPr id="4" name="Freeform 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961936" cy="963398"/>
            </a:xfrm>
            <a:custGeom>
              <a:avLst/>
              <a:gdLst/>
              <a:ahLst/>
              <a:cxnLst/>
              <a:rect l="l" t="t" r="r" b="b"/>
              <a:pathLst>
                <a:path w="961936" h="963398">
                  <a:moveTo>
                    <a:pt x="0" y="0"/>
                  </a:moveTo>
                  <a:lnTo>
                    <a:pt x="961936" y="0"/>
                  </a:lnTo>
                  <a:lnTo>
                    <a:pt x="961936" y="963398"/>
                  </a:lnTo>
                  <a:lnTo>
                    <a:pt x="0" y="9633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28575"/>
              <a:ext cx="961936" cy="991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>
            <a:grpSpLocks noGrp="1" noUngrp="1" noRot="1" noMove="1" noResize="1"/>
          </p:cNvGrpSpPr>
          <p:nvPr/>
        </p:nvGrpSpPr>
        <p:grpSpPr>
          <a:xfrm>
            <a:off x="3350201" y="2871667"/>
            <a:ext cx="2824598" cy="2829166"/>
            <a:chOff x="0" y="0"/>
            <a:chExt cx="892712" cy="894156"/>
          </a:xfrm>
        </p:grpSpPr>
        <p:sp>
          <p:nvSpPr>
            <p:cNvPr id="7" name="Freeform 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92712" cy="894156"/>
            </a:xfrm>
            <a:custGeom>
              <a:avLst/>
              <a:gdLst/>
              <a:ahLst/>
              <a:cxnLst/>
              <a:rect l="l" t="t" r="r" b="b"/>
              <a:pathLst>
                <a:path w="892712" h="894156">
                  <a:moveTo>
                    <a:pt x="0" y="0"/>
                  </a:moveTo>
                  <a:lnTo>
                    <a:pt x="892712" y="0"/>
                  </a:lnTo>
                  <a:lnTo>
                    <a:pt x="892712" y="894156"/>
                  </a:lnTo>
                  <a:lnTo>
                    <a:pt x="0" y="894156"/>
                  </a:lnTo>
                  <a:close/>
                </a:path>
              </a:pathLst>
            </a:custGeom>
            <a:solidFill>
              <a:srgbClr val="0376A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28575"/>
              <a:ext cx="892712" cy="922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 flipV="1">
            <a:off x="6948919" y="6134884"/>
            <a:ext cx="2576081" cy="2437616"/>
          </a:xfrm>
          <a:custGeom>
            <a:avLst/>
            <a:gdLst/>
            <a:ahLst/>
            <a:cxnLst/>
            <a:rect l="l" t="t" r="r" b="b"/>
            <a:pathLst>
              <a:path w="2576081" h="2437616">
                <a:moveTo>
                  <a:pt x="2576081" y="2437616"/>
                </a:moveTo>
                <a:lnTo>
                  <a:pt x="0" y="2437616"/>
                </a:lnTo>
                <a:lnTo>
                  <a:pt x="0" y="0"/>
                </a:lnTo>
                <a:lnTo>
                  <a:pt x="2576081" y="0"/>
                </a:lnTo>
                <a:lnTo>
                  <a:pt x="2576081" y="24376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2828" y="6681575"/>
            <a:ext cx="1751469" cy="1890925"/>
          </a:xfrm>
          <a:custGeom>
            <a:avLst/>
            <a:gdLst/>
            <a:ahLst/>
            <a:cxnLst/>
            <a:rect l="l" t="t" r="r" b="b"/>
            <a:pathLst>
              <a:path w="1751469" h="1890925">
                <a:moveTo>
                  <a:pt x="0" y="0"/>
                </a:moveTo>
                <a:lnTo>
                  <a:pt x="1751469" y="0"/>
                </a:lnTo>
                <a:lnTo>
                  <a:pt x="1751469" y="1890925"/>
                </a:lnTo>
                <a:lnTo>
                  <a:pt x="0" y="1890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61819" y="4101989"/>
            <a:ext cx="3801362" cy="37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1"/>
              </a:lnSpc>
              <a:spcBef>
                <a:spcPct val="0"/>
              </a:spcBef>
            </a:pPr>
            <a:r>
              <a:rPr lang="en-US" sz="2574" spc="38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Photo here</a:t>
            </a:r>
          </a:p>
        </p:txBody>
      </p:sp>
      <p:sp>
        <p:nvSpPr>
          <p:cNvPr id="12" name="TextBox 1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71382" y="6096127"/>
            <a:ext cx="7582237" cy="72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1"/>
              </a:lnSpc>
            </a:pPr>
            <a:r>
              <a:rPr lang="en-US" sz="2574" spc="38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I’m happy to share that I am a part of the</a:t>
            </a:r>
          </a:p>
          <a:p>
            <a:pPr algn="ctr">
              <a:lnSpc>
                <a:spcPts val="2831"/>
              </a:lnSpc>
              <a:spcBef>
                <a:spcPct val="0"/>
              </a:spcBef>
            </a:pPr>
            <a:r>
              <a:rPr lang="en-US" sz="2574" spc="38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Infosys Springboard Virtual Internship 6.0</a:t>
            </a:r>
          </a:p>
        </p:txBody>
      </p:sp>
      <p:sp>
        <p:nvSpPr>
          <p:cNvPr id="13" name="TextBox 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08657" y="7021788"/>
            <a:ext cx="5707686" cy="26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8"/>
              </a:lnSpc>
            </a:pPr>
            <a:r>
              <a:rPr lang="en-US" sz="1861" b="1" u="sng" spc="27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#INTERNSHIP #ESG #INFOSYSSPRINGBOARD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7386" y="1774571"/>
            <a:ext cx="6850228" cy="579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86"/>
              </a:lnSpc>
            </a:pPr>
            <a:r>
              <a:rPr lang="en-US" sz="4659" b="1" spc="-93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VIRTUAL INTERNSHIP 6.0</a:t>
            </a:r>
          </a:p>
        </p:txBody>
      </p:sp>
      <p:sp>
        <p:nvSpPr>
          <p:cNvPr id="15" name="Freeform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10951" y="-141833"/>
            <a:ext cx="2440513" cy="1743223"/>
          </a:xfrm>
          <a:custGeom>
            <a:avLst/>
            <a:gdLst/>
            <a:ahLst/>
            <a:cxnLst/>
            <a:rect l="l" t="t" r="r" b="b"/>
            <a:pathLst>
              <a:path w="2440513" h="1743223">
                <a:moveTo>
                  <a:pt x="0" y="0"/>
                </a:moveTo>
                <a:lnTo>
                  <a:pt x="2440512" y="0"/>
                </a:lnTo>
                <a:lnTo>
                  <a:pt x="2440512" y="1743224"/>
                </a:lnTo>
                <a:lnTo>
                  <a:pt x="0" y="1743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Roboto Condensed</vt:lpstr>
      <vt:lpstr>Arial</vt:lpstr>
      <vt:lpstr>Roboto Condensed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6.0 Template (1000 x 900 px)</dc:title>
  <cp:lastModifiedBy>Srijan Chethan Someshwar</cp:lastModifiedBy>
  <cp:revision>2</cp:revision>
  <dcterms:created xsi:type="dcterms:W3CDTF">2006-08-16T00:00:00Z</dcterms:created>
  <dcterms:modified xsi:type="dcterms:W3CDTF">2025-08-06T08:32:03Z</dcterms:modified>
  <dc:identifier>DAGULjuRnqY</dc:identifier>
</cp:coreProperties>
</file>